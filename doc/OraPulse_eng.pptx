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1905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lide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6EBF5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Oracle DB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8B96B3"/>
                </a:solidFill>
                <a:latin typeface="Segoe UI"/>
                <a:ea typeface="Segoe UI"/>
              </a:rP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Segoe UI"/>
                <a:ea typeface="Segoe UI"/>
              </a:rPr>
              <a:t>No install. No login.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Segoe UI"/>
                <a:ea typeface="Segoe UI"/>
              </a:rPr>
              <a:t>Just launch it on your own PC —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Segoe UI"/>
                <a:ea typeface="Segoe UI"/>
              </a:rPr>
              <a:t>real-time Oracle DB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343400"/>
            <a:ext cx="1371600" cy="384048"/>
          </a:xfrm>
          <a:prstGeom prst="roundRect">
            <a:avLst/>
          </a:prstGeom>
          <a:solidFill>
            <a:srgbClr val="1B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3434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FE3A3"/>
                </a:solidFill>
                <a:latin typeface="Segoe UI"/>
                <a:ea typeface="Segoe UI"/>
              </a:rPr>
              <a:t>v1.0049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6B3"/>
                </a:solidFill>
                <a:latin typeface="Segoe UI"/>
                <a:ea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Table of 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1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67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What OraPulse is, and why it exists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85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722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5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1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How the local app works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479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616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89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55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whole feature set at a glance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373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510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83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DashBoard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9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Real-time instance &amp; session monitoring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267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404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77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Ops &amp; Recovery 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43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Operational and recovery diagnostics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28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801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Tuning Tab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167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rule-based tuning advisor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63640" y="2585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2722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695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Obj View / SQL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061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Object exploration and query execution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63640" y="3479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63640" y="3616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589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Reporting, Favorites &amp;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55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Weekly report, encrypted storage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63640" y="4373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63640" y="4510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Segoe UI"/>
                <a:ea typeface="Segoe U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483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Segoe UI"/>
                <a:ea typeface="Segoe UI"/>
              </a:rPr>
              <a:t>Packaging, Requirements &amp; Tech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849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Distribution and system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Overview — Why OraPulse Exists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The Old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Segoe UI"/>
                <a:ea typeface="Segoe U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Heavyweight commercial monitoring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1693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Needs a dedicated server, agent installs, and license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Segoe UI"/>
                <a:ea typeface="Segoe U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4728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Desktop clients like SQL Developer / Toad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5818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Installed per PC, one at a time, with no connections remembered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Segoe UI"/>
                <a:ea typeface="Segoe U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28853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Shared accounts and shared servers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9943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Everyone reuses the same credentials and the same central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OraPulse's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60604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No login of its own, single-user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91693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Oracle account/password you type in is the only credential, and it never leaves this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44728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Binds to 127.0.0.1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5818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server only listens on the local loopback — there is no path to reach it from outside this 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28853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Works on 12.1+, any edition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459943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Built entirely on plain V$/DBA_ views — no Diagnostics or Tuning Pack license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Architecture — How It Works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Browser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(Dashboard UI)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4400" y="2868840"/>
            <a:ext cx="411480" cy="0"/>
          </a:xfrm>
          <a:prstGeom prst="line">
            <a:avLst/>
          </a:prstGeom>
          <a:ln w="19050">
            <a:solidFill>
              <a:srgbClr val="8B96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58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7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OraPulse Local Server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127.0.0.1 : auto-assigned port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FastAPI + python-oracledb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0200" y="2868840"/>
            <a:ext cx="411480" cy="0"/>
          </a:xfrm>
          <a:prstGeom prst="line">
            <a:avLst/>
          </a:prstGeom>
          <a:ln w="19050">
            <a:solidFill>
              <a:srgbClr val="8B96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9516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45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Oracle Database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12.1 or 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0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0032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 single Python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121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main.py (FastAPI) serves both the REST API and the static frontend in public/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7756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Thin-mode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8845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Uses python-oracledb's pure-Python implementation only — no Oracle Instant Client install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5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5480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Legacy Node.js kept for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6569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original Express implementation, developed in parallel early on, is archived under legacy-nodejs/ and is no longer built, run, or tested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Key Features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57400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Instance info, CPU/memory, sessions/blocking/long-running sessions, table stats, scheduler failures, account security, alert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057400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Key parameters, Undo, Instance Efficiency, Load Profile, TEMP, Redo, tablespace I/O, Top-5 SQL &amp; wait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2057400"/>
            <a:ext cx="128016" cy="128016"/>
          </a:xfrm>
          <a:prstGeom prst="ellipse">
            <a:avLst/>
          </a:prstGeom>
          <a:solidFill>
            <a:srgbClr val="4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Recent DML (top 50), Fast Recovery Area overview and usage by file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729552"/>
            <a:ext cx="128016" cy="128016"/>
          </a:xfrm>
          <a:prstGeom prst="ellipse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A rule-based advisor — no AWR/Tuning Pack needed, compares against an encrypted local snapshot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60" y="3729552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Obj View /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A SQL-Developer-style object explorer with DDL, plus a read-only SELECT-only query runner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49640" y="3729552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Weekly DB Health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A 15-minute background snapshot collector feeds a self-contained HTML report with inline SVG charts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5401704"/>
            <a:ext cx="128016" cy="128016"/>
          </a:xfrm>
          <a:prstGeom prst="ellipse">
            <a:avLst/>
          </a:prstGeom>
          <a:solidFill>
            <a:srgbClr val="4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Favorites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Connection details (password included) encrypted locally with AES-256-GCM, one-click connect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09160" y="5401704"/>
            <a:ext cx="128016" cy="128016"/>
          </a:xfrm>
          <a:prstGeom prst="ellipse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Reducing DB 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Tiered auto-refresh intervals, pauses when hidden, leader election, a 15-second server-side cache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49640" y="5401704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Segoe UI"/>
                <a:ea typeface="Segoe UI"/>
              </a:rPr>
              <a:t>Desktop Packaging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A tray icon, relaunch detection that jumps to the running instance, an isolated browser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Screen Preview — Connect Screen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nec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No login screen of its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Just type in the Host/Port/SID and an Oracle account/password to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Favorites dropdown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Pick a saved connection and it connects immediately, no extra click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AES-256-GCM encrypted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Favorites — password included — are encrypted and stored on this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Any Oracle account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SYSTEM-level access is recommended but not required; under-privileged cards simply show their own permission notice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DashBoard Tab — Live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Instance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Name, status, host, full version (V$INSTANCE.VERSION_FULL), startup time,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CPU / Memory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Live gauges kept up to date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Current Session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ACTIVE sessions first; Status/Machine/Program filters; right-click to kill a session, view its SQL, or view wait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Blocking &amp; Long Running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blocking session list plus progress bars from V$SESSION_LONGOPS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DashBoard Tab — Stats &amp; Jobs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tablestats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Table Statistics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Gather stats for several selected tables at once; a right-click Table Properties view (columns, indexes)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Scheduler / Job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DBMS_SCHEDULER run history for any non-SUCCEEDED outcome, plus a live snapshot of broken legacy DBMS_JOB jobs, with a schema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Own connections excluded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OraPulse's own brief monitoring connections are automatically excluded from the session list/count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DashBoard Tab — Security &amp; Alert Log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09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security-alert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Account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Currently locked accounts, and accounts whose password has already expired or is expiring soon, from DBA_USERS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Alert Log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Recent anomalies surfaced from V$DIAG_ALERT_EXT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Ops Tab — Parameters &amp; Efficiency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Key Parameters &amp; 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Key Instance Parameters shown side by side with Undo Configuration &amp;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Efficiency &amp; Load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Instance Efficiency % shown side by side with Load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TEMP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TEMP Tablespace Usage and TEMP Usage by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Datafile &amp; Redo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Datafile Autoextend Status (MAXSIZE proximity) and Redo Log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Ops Tab — Top SQL &amp; Wait Events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s-topsql-w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Tablespace I/O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Sorted by physical 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Top-5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By execution time, by CPU time, and by buffer 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Top-5 Wait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five most significant current wait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Freely reorderable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Every card is drag-and-drop reorderable, even across tabs — saved to localStorage and merged with the app's own default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Recovery Tab — Recent DML &amp; FRA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Recent DML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Top 50, most recent first, with Type/Schema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Fast Recovery Area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FRA's overall usage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FRA usage by file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Usage broken down by file 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Tuning Tab — Rule-Based Advisor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No extra license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Runs without AWR/ASH or a Diagnostics/Tuning Pack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Checks performed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Buffer/library cache hit ratio, hard parse ratio, disk sorts, wait event increases, free-space usage, invalid objects, blocking sessions, slow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Encrypted snapshot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Rate-based checks compare against the previous check — the first run shows 'not enough history yet'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Grouped findings &amp; SQL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Same-type findings are grouped into one table, and a Slow SQL row's SQL_ID is clickable for the full query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Obj View/SQL Tab — Object Explorer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bjectview-d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SQL-Developer-style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Owner dropdown, type filter, text filter, and a tree grouped by object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DDL on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Clicking an object fetches its DDL via DBMS_METADATA.GET_DDL and shows it on the right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Obj View/SQL Tab — SQL Query Runner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ql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Read-only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Only a single SELECT statement can be executed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Capped at 200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Large result sets are bounded from the start,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CLOBs rendered as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CLOB columns render as text; BLOB columns are out of scope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Weekly DB Health Report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Self-contained HTML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Inline SVG charts, no external dependencies — the trailing N days of DB status in a single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 15-minute background collector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Starts as soon as a connection succeeds and keeps running even if the browser isn't left 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An encrypted history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AES-256-GCM encrypted local history — a tiny, license-free stand-in for an AWR repository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report/&lt;YYYY-MM-DD&gt;/ folder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One click of the Report button writes the finished HTML next to the running 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FAVORITES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Favorites &amp; Data Security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AES-256-GCM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Favorites (IP/Port/SID/account/password) and the Tuning/Report snapshot history are stored locally, encrypted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127.0.0.1-only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server only listens on the local loopback — there is no network path from outside this 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One-click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Click a saved favorite on the connect screen to connect immediately, no extra typing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Safe to reset, any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Deleting the data/ folder removes everything; each file is simply recreated empty on next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Reducing DB 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Tiered auto-refresh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Session/blocking list every 15s, CPU/memory every 30s, instance info every 5 minutes — each on its own timer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Per-tab intervals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Ops tab refreshes every 5 minutes and the Tuning tab every 10, only while that tab is 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Pauses when hidden or minimized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Auto-refresh stops while the tab is hidden; with several tabs/windows open, only one leader actually polls (Web Locks API)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 15-second server-side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An identical request against the same target is cached, so a manual refresh racing an auto-tick still queries Oracle only once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DESKTOP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Distribution Methods (Windows)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 single executable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Copy one OraPulse_ver_x.xxxx.exe and run it anywhere (PyInstaller --onefile)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92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9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92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 folder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92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OraPulse_ver_x.xxxx\ (exe + lib + public) — laid out like a typical installed program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5160" y="2103120"/>
            <a:ext cx="457200" cy="457200"/>
          </a:xfrm>
          <a:prstGeom prst="ellipse">
            <a:avLst/>
          </a:prstGeom>
          <a:noFill/>
          <a:ln w="254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51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Segoe UI"/>
                <a:ea typeface="Segoe UI"/>
              </a:rPr>
              <a:t>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516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Segoe UI"/>
                <a:ea typeface="Segoe UI"/>
              </a:rPr>
              <a:t>A full installer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516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OraPulse-Setup_ver_x.xxxx.exe — built with Inno Setup, with a Start Menu entry and an uninstaller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0911840" cy="1966056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1036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BF5"/>
                </a:solidFill>
                <a:latin typeface="Segoe UI"/>
                <a:ea typeface="Segoe UI"/>
              </a:rPr>
              <a:t>The Runtime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Runs windowed, no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Just a system tray icon (Open/Exit) to reopen the window or quit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24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627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Auto-assigned port &amp; relaunch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627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fresh port every launch; relaunching verifies a lock file against a live /api/version call and jumps to the running instance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608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211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An isolated browser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211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Opens in a dedicated Chrome/Edge --app profile with no 'save password?' prompt; falls back to the OS default browser if neither is found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SCREEN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Language, Theme &amp; Help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20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kor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English / Korean 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choice is persisted; a few labels are deliberately kept identical in both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Dark / Light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pure CSS custom-property swap, so no re-render is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A built-in user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bilingual Help tab with real screenshots — no internet connection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Search within the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Highlights every match and steps through them with Enter or the up/down buttons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Requirements &amp; Known Limitations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21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Oracle Database 12.1 or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1693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VERSION_FULL needs 12.2+; on 12.1 only that one card shows a permission-style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4728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Network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5818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OraPulse must be able to reach the target Oracle Listener's host and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28853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No Instant Client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9943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Only python-oracledb's pure-Python thin mode is 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Known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60604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11g and earlier are not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91693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A limitation of the thin-mode driver itself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44728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SQL Query Runner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5818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No bind-variable UI, and BLOB columns aren't rendered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Segoe UI"/>
                <a:ea typeface="Segoe UI"/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28853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No OS-level host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459943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Disk/filesystem free space isn't shown — everything comes from the DB connection alone, by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Segoe UI"/>
                <a:ea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Segoe UI"/>
                <a:ea typeface="Segoe UI"/>
              </a:rPr>
              <a:t>Tech Stack &amp; Project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51460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2549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entry point — creates the app, registers routes, launches the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558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35584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backend/ route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66674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core, connect, session, table_stats, object_view, sql_runner, tuning, jobs, account_security, alert_log, ops, recovery,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970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9709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report.py / favorites.py / tuning.py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0799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Snapshot collection, encrypted local storage, and the rule-based tuning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383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038344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python-oracledb thin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534924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Covers every 12.1+ version with no Instant Client install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5740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Segoe UI"/>
                <a:ea typeface="Segoe UI"/>
              </a:rPr>
              <a:t>Frontend &amp;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514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51460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public/ — plain HTML/CSS/JS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82549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i18n.js, cards.js, app-shell.js — hand-built, no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558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35584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browser.py / tray.py / paths.py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66674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The isolated browser profile, the tray icon, and path helpers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970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19709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PyInstaller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450799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OraPulse.spec (single file) / OraPulse-Folder.spec (folder distribution)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383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5038344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Segoe UI"/>
                <a:ea typeface="Segoe UI"/>
              </a:rPr>
              <a:t>build*.ps1 + installer.iss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5349240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Segoe UI"/>
                <a:ea typeface="Segoe UI"/>
              </a:rPr>
              <a:t>Builds read the VERSION file automatically; installer.iss drives the Inno Setup installer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6EBF5"/>
                </a:solidFill>
                <a:latin typeface="Segoe UI"/>
                <a:ea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14240"/>
            <a:ext cx="1219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96B3"/>
                </a:solidFill>
                <a:latin typeface="Segoe UI"/>
                <a:ea typeface="Segoe UI"/>
              </a:rPr>
              <a:t>OraPulse — Oracle Database Monitoring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73952"/>
            <a:ext cx="1219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6B3"/>
                </a:solidFill>
                <a:latin typeface="Segoe UI"/>
                <a:ea typeface="Segoe UI"/>
              </a:rPr>
              <a:t>v1.0049 ·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